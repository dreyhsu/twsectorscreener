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Finviz New High Screener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CCCC"/>
                </a:solidFill>
                <a:latin typeface="Calibri"/>
              </a:rPr>
              <a:t>finviz_screener_new_high.py  —  Code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  <a:latin typeface="Calibri"/>
              </a:rPr>
              <a:t>Automatically screens US equities at 52-week highs by combining
sector momentum, industry momentum, technical filters, and chart downloads.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the Script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  <a:latin typeface="Calibri"/>
              </a:rPr>
              <a:t>Goal: find US stocks hitting 52-week highs that belong to sectors and industries with genuine momentum — then download their weekly &amp; monthly charts for visual review.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920240"/>
            <a:ext cx="2194560" cy="5029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39C12"/>
                </a:solidFill>
                <a:latin typeface="Calibri"/>
              </a:rPr>
              <a:t>Step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423160"/>
            <a:ext cx="2194560" cy="2651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CC71"/>
                </a:solidFill>
                <a:latin typeface="Calibri"/>
              </a:rPr>
              <a:t>Sector 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2608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Keep sectors with positive 1M AND 3M performance.
Pick the 'Up Middle' tier (middle 33%).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39C12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33472" y="1920240"/>
            <a:ext cx="2194560" cy="5029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24912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39C12"/>
                </a:solidFill>
                <a:latin typeface="Calibri"/>
              </a:rPr>
              <a:t>Step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3472" y="2423160"/>
            <a:ext cx="2194560" cy="2651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24912" y="2468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CC71"/>
                </a:solidFill>
                <a:latin typeface="Calibri"/>
              </a:rPr>
              <a:t>Industry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292608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Keep industries with positive 1M performance.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39C12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92624" y="1920240"/>
            <a:ext cx="2194560" cy="5029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39C12"/>
                </a:solidFill>
                <a:latin typeface="Calibri"/>
              </a:rPr>
              <a:t>Step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92624" y="2423160"/>
            <a:ext cx="2194560" cy="2651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84064" y="2468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CC71"/>
                </a:solidFill>
                <a:latin typeface="Calibri"/>
              </a:rPr>
              <a:t>Stock Screener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4" y="292608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Run Finviz screener with 7 technical filters (volume, new high, SMA…).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5472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39C12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51776" y="1920240"/>
            <a:ext cx="2194560" cy="5029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43216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39C12"/>
                </a:solidFill>
                <a:latin typeface="Calibri"/>
              </a:rPr>
              <a:t>Step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51776" y="2423160"/>
            <a:ext cx="2194560" cy="2651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2468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CC71"/>
                </a:solidFill>
                <a:latin typeface="Calibri"/>
              </a:rPr>
              <a:t>Intersect &amp; Rank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292608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Cross-filter stocks by qualified sectors &amp; industries.
Summarise counts per group.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64624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39C12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10928" y="1920240"/>
            <a:ext cx="2194560" cy="5029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02368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39C12"/>
                </a:solidFill>
                <a:latin typeface="Calibri"/>
              </a:rPr>
              <a:t>Step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10928" y="2423160"/>
            <a:ext cx="2194560" cy="2651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02368" y="2468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CC71"/>
                </a:solidFill>
                <a:latin typeface="Calibri"/>
              </a:rPr>
              <a:t>Chart Download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2368" y="292608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Download weekly (w) + monthly (m) candlestick charts
from Finviz for each matched stock.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Step 1 — Sector Filter  (The 'Up Middle' Concept)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5943600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0058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C71"/>
                </a:solidFill>
                <a:latin typeface="Calibri"/>
              </a:rPr>
              <a:t>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Fetch all sectors via  obb.equity.compare.groups(group='sector')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Clean % strings → float  (clean_performance)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5681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Keep sectors where  performance_1m &gt; 0  AND  performance_3m &gt;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942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Sort by 3M performance (descending)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4203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Slice middle 33 %  →  indices [n*0.33 : n*0.66]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3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These are the 'Up Middle' qualified sectors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914400"/>
            <a:ext cx="5303520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005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39C12"/>
                </a:solidFill>
                <a:latin typeface="Calibri"/>
              </a:rPr>
              <a:t>Why 'Up Middle'?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463040"/>
            <a:ext cx="4937760" cy="685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508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Top 33%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Already over-extended / late movers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286000"/>
            <a:ext cx="4937760" cy="685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331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Middle 33%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331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Momentum building — early-stage leaders 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3108960"/>
            <a:ext cx="4937760" cy="685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3154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Bottom 33%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Weak — avoid despite positive perf.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297680"/>
            <a:ext cx="11612880" cy="219456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CC71"/>
                </a:solidFill>
                <a:latin typeface="Calibri"/>
              </a:rPr>
              <a:t>df_sectors = obb.equity.compare.groups(group='sector', metric='performance', provider='finviz').to_df()
positive_sectors = df_sectors[(df_sectors['performance_1m'] &gt; 0) &amp; (df_sectors['performance_3m'] &gt; 0)]
ranked_sectors   = positive_sectors.sort_values(by='performance_3m', ascending=False)
n = len(ranked_sectors)
up_middle_sectors = ranked_sectors.iloc[int(n*0.33) : int(n*0.66)]
qualified_sectors = up_middle_sectors['name'].tolist()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Step 2 &amp; 3 — Industry Filter + Screener Filters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530352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  <a:latin typeface="Calibri"/>
              </a:rPr>
              <a:t>Step 2 — Industry 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Fetch all industries via obb.equity.compare.groups(group='industry')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Keep industries where  performance_1m &gt;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56816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No ranking — all positive-1M industries qualify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914400"/>
            <a:ext cx="59436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9601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  <a:latin typeface="Calibri"/>
              </a:rPr>
              <a:t>Step 3 — Screener Filters (Finviz)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417320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9C12"/>
                </a:solidFill>
                <a:latin typeface="Calibri"/>
              </a:rPr>
              <a:t>Average 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417320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Over 300K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664208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9C12"/>
                </a:solidFill>
                <a:latin typeface="Calibri"/>
              </a:rPr>
              <a:t>52-Week High/Low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66420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New 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911095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9C12"/>
                </a:solidFill>
                <a:latin typeface="Calibri"/>
              </a:rPr>
              <a:t>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1911095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Week 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157984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9C12"/>
                </a:solidFill>
                <a:latin typeface="Calibri"/>
              </a:rPr>
              <a:t>Performance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57984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Quarter +10%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404872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9C12"/>
                </a:solidFill>
                <a:latin typeface="Calibri"/>
              </a:rPr>
              <a:t>20-Day SMA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4048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SMA20 above SMA50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651760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9C12"/>
                </a:solidFill>
                <a:latin typeface="Calibri"/>
              </a:rPr>
              <a:t>200-Day SMA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651760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Price above SMA200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2898648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9C12"/>
                </a:solidFill>
                <a:latin typeface="Calibri"/>
              </a:rPr>
              <a:t>50-Day SMA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8986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SMA50 below SMA20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11612880" cy="5943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44728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Market Cap filter:  mktcap = 'mid_over'  →  Mid-cap and above only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114800"/>
            <a:ext cx="11612880" cy="242316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160520"/>
            <a:ext cx="112471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CC71"/>
                </a:solidFill>
                <a:latin typeface="Calibri"/>
              </a:rPr>
              <a:t># Industry filter
qualified_industries = df_industries[df_industries['performance_1m'] &gt; 0]['name'].tolist()
# Screener
results = obb.equity.screener(
    provider='finviz',
    mktcap='mid_over',
    filters_dict=filters   # dict with 7 filters above
).to_df()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Step 4 — Intersect Screener Results &amp; Summarise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54864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005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  <a:latin typeface="Calibri"/>
              </a:rPr>
              <a:t>Intersection 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Keep stocks where  sector ∈ qualified_sectors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AND  industry ∈ qualified_industries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5681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Result: stocks that pass ALL three gates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914400"/>
            <a:ext cx="576072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  <a:latin typeface="Calibri"/>
              </a:rPr>
              <a:t>Summary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Group by (sector, industry) → count stocks per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64208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Sort by count descending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956816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Print table for manual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249424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All industries retained (no further count-cutoff)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542032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Final list sorted by sector (alphabetical)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83280"/>
            <a:ext cx="3657600" cy="13716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3520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Up-Middle Sectors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383280"/>
            <a:ext cx="3657600" cy="1371600"/>
          </a:xfrm>
          <a:prstGeom prst="rect">
            <a:avLst/>
          </a:prstGeom>
          <a:solidFill>
            <a:srgbClr val="216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520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Positive-1M Industries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3383280"/>
            <a:ext cx="4114800" cy="137160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352044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Finviz Screener
(7 filters + mid+ cap)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65760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39C12"/>
                </a:solidFill>
                <a:latin typeface="Calibri"/>
              </a:rPr>
              <a:t>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65760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39C12"/>
                </a:solidFill>
                <a:latin typeface="Calibri"/>
              </a:rPr>
              <a:t>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5029200"/>
            <a:ext cx="5760720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50749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→  Final Candidate Stocks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760720"/>
            <a:ext cx="11612880" cy="82296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77900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CC71"/>
                </a:solidFill>
                <a:latin typeface="Calibri"/>
              </a:rPr>
              <a:t>filtered = results[results['sector'].isin(qualified_sectors) &amp; results['industry'].isin(qualified_industries)]
summary  = filtered.groupby(['sector', 'industry']).size().reset_index(name='counts').sort_values('counts', ascending=False)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Step 5 — Download Weekly &amp; Monthly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6400800" cy="3840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00584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C71"/>
                </a:solidFill>
                <a:latin typeface="Calibri"/>
              </a:rPr>
              <a:t>Chart Download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Endpoint:  charts2-node.finviz.com/chart.ashx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Params:  cs=m, ct=candle_stick, tm=m  + tf=w or tf=m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56816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Filename pattern:  {Sector}_{Industry}_{Symbol}_{tf}.png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9424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Saved to:  fig/finviz_new_high/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4203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Skip if file already exists (idempotent)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39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Random sleep 1.0 – 2.5 s between requests (rate-limit avoidance)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27247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On 403 response → pause 60 s, rebuild session, retry once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914400"/>
            <a:ext cx="4937760" cy="3840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005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C71"/>
                </a:solidFill>
                <a:latin typeface="Calibri"/>
              </a:rPr>
              <a:t>Session &amp; Retry Config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requests.Session  with  HTTPAdapter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6642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Retry: total=5, backoff_factor=2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9568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Retry on: 429, 500, 502, 503, 504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2494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Rotating User-Agent pool (5 agents)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5420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Referer header: finviz.com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8346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Timeout: 20 s per request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98348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CC71"/>
                </a:solidFill>
                <a:latin typeface="Calibri"/>
              </a:rPr>
              <a:t>for item in tqdm(download_list):
    download_chart(symbol, sector, industry, 'w', session)   # weekly
    time.sleep(random.uniform(1.0, 2.5))
    download_chart(symbol, sector, industry, 'm', session)   # monthly
    time.sleep(random.uniform(1.0, 2.5))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End-to-End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737360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Finviz
Sector Perf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188720"/>
            <a:ext cx="1737360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31720" y="12801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Filter +
Up Middle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108960"/>
            <a:ext cx="1737360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Finviz
Industry Perf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3108960"/>
            <a:ext cx="1737360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Filter 1M &gt; 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754880"/>
            <a:ext cx="1737360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48463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Finviz
Screener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4754880"/>
            <a:ext cx="1737360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48463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 Tech Filters
+ Mid+ Cap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108960"/>
            <a:ext cx="1737360" cy="914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  <a:latin typeface="Calibri"/>
              </a:rPr>
              <a:t>Intersection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108960"/>
            <a:ext cx="1737360" cy="914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  <a:latin typeface="Calibri"/>
              </a:rPr>
              <a:t>Summary
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3108960"/>
            <a:ext cx="1737360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Chart
Downloader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41280" y="3108960"/>
            <a:ext cx="1737360" cy="914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0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  <a:latin typeface="Calibri"/>
              </a:rPr>
              <a:t>PNG Charts
saved locally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8" y="1554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39C12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3383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39C12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9968" y="50292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39C12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41648" y="1554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39C12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1648" y="3383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39C12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41648" y="50292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39C12"/>
                </a:solidFill>
                <a:latin typeface="Calibr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383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39C12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3383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39C12"/>
                </a:solidFill>
                <a:latin typeface="Calibr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3383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39C12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2148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39C12"/>
                </a:solidFill>
                <a:latin typeface="Calibri"/>
              </a:rPr>
              <a:t>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4069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39C12"/>
                </a:solidFill>
                <a:latin typeface="Calibri"/>
              </a:rPr>
              <a:t>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Key Design Decisions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576072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C71"/>
                </a:solidFill>
                <a:latin typeface="Calibri"/>
              </a:rPr>
              <a:t>Design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OpenBB (obb) as unified data layer — single SDK for sector, industry, and screener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'Up Middle' avoids chasing extended leaders — targets momentum building stocks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56816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Idempotent chart download — re-runs skip already-downloaded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9424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Rotating User-Agent + random delays to avoid bot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42032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Output directory cleared at start — ensures fresh run each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39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Filenames encode sector + industry + symbol → easy sorting/browsing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914400"/>
            <a:ext cx="566928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005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74C3C"/>
                </a:solidFill>
                <a:latin typeface="Calibri"/>
              </a:rPr>
              <a:t>Limitations / Watch-outs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Depends on Finviz rate limits — aggressive runs may get 403s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642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Middle-33% slice is heuristic — may miss leaders in thin sectors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No persistence of screener results (no CSV/DB save step)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4942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No deduplication if output dir is NOT cleared between runs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420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OpenBB Finviz provider requires valid session / Elite for some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3463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Charts cleared + re-downloaded every run (no incremental update)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  <a:latin typeface="Calibri"/>
              </a:rPr>
              <a:t>finviz_screener_new_high.py  is a 5-step pipeline that applies a sector-momentum gate, an industry-momentum gate, and 7 technical filters to identify US equities hitting 52-week highs inside early-stage (Up Middle) sectors — then downloads weekly and monthly charts for manual review.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377440"/>
            <a:ext cx="1188720" cy="6400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39C12"/>
                </a:solidFill>
                <a:latin typeface="Calibri"/>
              </a:rPr>
              <a:t>Step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377440"/>
            <a:ext cx="987552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24871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Sector Filter  —  Up Middle 33% by 3M performance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54680"/>
            <a:ext cx="1188720" cy="6400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39C12"/>
                </a:solidFill>
                <a:latin typeface="Calibri"/>
              </a:rPr>
              <a:t>Step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3154680"/>
            <a:ext cx="987552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0" y="326440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Industry Filter  —  All industries with positive 1M return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1188720" cy="6400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23359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39C12"/>
                </a:solidFill>
                <a:latin typeface="Calibri"/>
              </a:rPr>
              <a:t>Step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3931920"/>
            <a:ext cx="987552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0" y="40416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Screener  —  7 filters: volume, new high, SMAs, perf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09160"/>
            <a:ext cx="1188720" cy="6400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00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39C12"/>
                </a:solidFill>
                <a:latin typeface="Calibri"/>
              </a:rPr>
              <a:t>Step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4709160"/>
            <a:ext cx="987552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65960" y="48188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Intersect  —  Stocks passing ALL 3 gates; rank by sector/industry count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86400"/>
            <a:ext cx="1188720" cy="6400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5778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39C12"/>
                </a:solidFill>
                <a:latin typeface="Calibri"/>
              </a:rPr>
              <a:t>Step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5486400"/>
            <a:ext cx="987552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0" y="559612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Charts  —  Weekly + Monthly PNG charts saved locally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CC71"/>
                </a:solidFill>
                <a:latin typeface="Calibri"/>
              </a:rPr>
              <a:t>Output:  fig/finviz_new_high/{Sector}_{Industry}_{Symbol}_{tf}.png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